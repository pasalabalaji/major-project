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0f33e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0f33e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10f33e8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10f33e8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10f33e8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10f33e8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10f33e86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10f33e86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10f33e86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10f33e86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10f33e86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10f33e86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10f33e86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10f33e86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073763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IVA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Visual Aid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IVA is a Progressive Web Application (PWA).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installed as an application.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accessed with network and without network.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serves Web pages with PDFs, Videos, Images and Presentations.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to download the PDFs, Videos Or Presentations to get offline access.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Access is implemented using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and Index DB API.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the work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offline access of the web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clients, Whenever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not having proper network connection.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World Applications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who are not having proper network connection can access this application.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Works/Existing Works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Related Works and Their limitations: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is my train app is an application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offline functionality But Its purpose is different from ours.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725500" cy="39909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 of proposed approach.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0" name="Google Shape;80;p17" title="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75" y="1584975"/>
            <a:ext cx="2296056" cy="34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Results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725500" cy="39909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Technologies/libraries used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Script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IVA provides offline access to essential assets, bridging connectivity gaps and ensuring a seamless user experience.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1C4587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Scope/Directions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1C4587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Currently we are just serving web pages with images, PDFs, Videos and presentations. We are in a plan to develop feature like taking input(text, files etc.,) from user and store it in database.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Currently we are storing which user accessed which content in database only when user access the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using network, We would like to make that happen in offline too.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